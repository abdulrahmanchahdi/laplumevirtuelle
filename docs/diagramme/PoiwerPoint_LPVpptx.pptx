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95" r:id="rId3"/>
    <p:sldId id="294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8" r:id="rId12"/>
    <p:sldId id="269" r:id="rId13"/>
    <p:sldId id="270" r:id="rId14"/>
    <p:sldId id="272" r:id="rId15"/>
    <p:sldId id="274" r:id="rId16"/>
    <p:sldId id="275" r:id="rId17"/>
    <p:sldId id="276" r:id="rId1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21" autoAdjust="0"/>
    <p:restoredTop sz="95165" autoAdjust="0"/>
  </p:normalViewPr>
  <p:slideViewPr>
    <p:cSldViewPr snapToGrid="0">
      <p:cViewPr varScale="1">
        <p:scale>
          <a:sx n="124" d="100"/>
          <a:sy n="124" d="100"/>
        </p:scale>
        <p:origin x="42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7F917B3-14AF-4181-9C97-AA1BC38BB6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F528E477-D2C2-413E-8765-89AB9F5935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4F6261D-564A-4A77-91A8-4633A0649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5F515B-EEB3-4295-ADD3-78926FE27F86}" type="datetimeFigureOut">
              <a:rPr lang="fr-FR" smtClean="0"/>
              <a:t>19/03/2025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06A7F0C-BABC-4982-9DF0-5D9185433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41050AE-4575-4640-AD07-A8BF97D2C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68625-5EDA-4FFA-A3D6-921034A0B3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58179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38ADBC9-2EF5-439E-A189-697F39EB23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2DB07BC-3E0B-4430-BA0F-6A3ED5C59C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73D5E9B-9245-4723-A6D1-DE41FC7F02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5F515B-EEB3-4295-ADD3-78926FE27F86}" type="datetimeFigureOut">
              <a:rPr lang="fr-FR" smtClean="0"/>
              <a:t>19/03/2025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427B8F0-F830-45D8-A93B-81DF90F77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123B839-840A-443F-99B3-A82C5ECCD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68625-5EDA-4FFA-A3D6-921034A0B3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17006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AE053AC-8007-46D0-9D8D-D10774C49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89F2966-7DC6-4D0A-A437-39AA895C31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FA72527-A16D-4C3A-9950-F64BBFB35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5F515B-EEB3-4295-ADD3-78926FE27F86}" type="datetimeFigureOut">
              <a:rPr lang="fr-FR" smtClean="0"/>
              <a:t>19/03/2025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C473625-55F5-46B3-AB9A-C42AF21A7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B9B86FE-ED97-46A0-BE56-5E1291784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68625-5EDA-4FFA-A3D6-921034A0B3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371003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2E8E022-C92F-4DF9-BEE0-11C3071BB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6C74574-820E-466B-8A0C-1504FEA389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C20C135-2A97-459D-ACD8-2BC34426DE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F75A59D-6FE2-45E2-B7B5-3F5FB8000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5F515B-EEB3-4295-ADD3-78926FE27F86}" type="datetimeFigureOut">
              <a:rPr lang="fr-FR" smtClean="0"/>
              <a:t>19/03/2025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D33C011-251A-4D20-87E2-B0739BF4E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CA00C1D-56AC-4FB0-A15E-B7C3D7406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68625-5EDA-4FFA-A3D6-921034A0B3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816913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32BBC47-B222-4FC5-A817-AAD74D2D13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7251A7C-8823-4F7D-B594-5C2DCD0AA7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C637D76-A46D-43C1-A966-5A5CF0B478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20075FB7-0D89-4025-B66D-0CA82446D5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DFA4FBF1-8E49-46A2-BE72-7A6B1E3982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6927FF0F-2833-4D67-B9FB-29692C6A48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5F515B-EEB3-4295-ADD3-78926FE27F86}" type="datetimeFigureOut">
              <a:rPr lang="fr-FR" smtClean="0"/>
              <a:t>19/03/2025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ADC4DBDA-3FDC-4D1F-9931-D095AEF9F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E194F507-61DC-452D-AAAD-76A167B56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68625-5EDA-4FFA-A3D6-921034A0B3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86151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34C2BA7-5B1B-4B62-AC85-2940CE862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445B84F7-9189-4243-B21E-BBD7D73A4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5F515B-EEB3-4295-ADD3-78926FE27F86}" type="datetimeFigureOut">
              <a:rPr lang="fr-FR" smtClean="0"/>
              <a:t>19/03/2025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7784239D-8F50-4FE9-879B-001DE23D7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EC22FE5-A334-4D3E-80EE-A6E9F35CE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68625-5EDA-4FFA-A3D6-921034A0B3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173945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60429388-9772-4D16-8E11-C5C92BC31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5F515B-EEB3-4295-ADD3-78926FE27F86}" type="datetimeFigureOut">
              <a:rPr lang="fr-FR" smtClean="0"/>
              <a:t>19/03/2025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C36A862-D51F-4320-8A7C-4CE1DC9A5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6A347D8-2A0D-4ED1-87EC-6E957156A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68625-5EDA-4FFA-A3D6-921034A0B3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377686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3518DA7-D903-4252-B8C1-93260E6557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E9A2CFE-3895-4993-B930-3E54F05B49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5E04E52-F9ED-4155-BD70-2EA148726F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8E175EB-48A0-4313-9F6D-AAE664CE6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5F515B-EEB3-4295-ADD3-78926FE27F86}" type="datetimeFigureOut">
              <a:rPr lang="fr-FR" smtClean="0"/>
              <a:t>19/03/2025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780FD3F-765C-4837-BE43-103681F5F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708F579-8F54-46C1-915C-EE154A9B7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68625-5EDA-4FFA-A3D6-921034A0B3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326139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E0CDB54-632D-41C4-BA5C-2243F55E8C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154E1E8B-8642-4C90-8249-8F270778FC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43544C1-22FB-417A-9CD5-C39975235F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266911C-0F56-4D6B-BA86-010C862BD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5F515B-EEB3-4295-ADD3-78926FE27F86}" type="datetimeFigureOut">
              <a:rPr lang="fr-FR" smtClean="0"/>
              <a:t>19/03/2025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F2D2CBA-2585-4091-8B81-09B52A64FA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540FB7B-58CF-4F4A-BDAE-4DAC55A89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68625-5EDA-4FFA-A3D6-921034A0B3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15651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0FF6246-649C-4C06-919C-E983015594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B121C99-0212-4FF2-A4EE-2E0042B17D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3D718E8-0DCE-48D3-A49E-BCF5A7F7D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5F515B-EEB3-4295-ADD3-78926FE27F86}" type="datetimeFigureOut">
              <a:rPr lang="fr-FR" smtClean="0"/>
              <a:t>19/03/2025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9357DD4-355B-498C-9A4A-05AB340FE2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AF4363A-150C-4449-A32B-1F03EAFF1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68625-5EDA-4FFA-A3D6-921034A0B3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7533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B5DB3345-1A67-46B8-84A3-C5945D09E3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094BCF9-BC1D-4A8D-9DED-7DDA6B452E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050E467-968E-48A0-AD4E-CED69551E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5F515B-EEB3-4295-ADD3-78926FE27F86}" type="datetimeFigureOut">
              <a:rPr lang="fr-FR" smtClean="0"/>
              <a:t>19/03/2025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74D063D-57EE-45FC-AE43-EC27E0155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A5B3367-BAB1-4FC4-B87A-B886A73C1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68625-5EDA-4FFA-A3D6-921034A0B3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253082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FA865B28-F275-4047-BE41-0357000A8D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0B7192E-1C2D-477F-A55F-B2D2191BE6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7A844C3-3C77-47B6-9995-AF30F72C12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5F515B-EEB3-4295-ADD3-78926FE27F86}" type="datetimeFigureOut">
              <a:rPr lang="fr-FR" smtClean="0"/>
              <a:t>19/03/2025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506C894-907E-4314-BC97-824206204D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1FEEF35-046D-46EA-9796-B92B5CD660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368625-5EDA-4FFA-A3D6-921034A0B3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78985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3A31BDA-003B-40CA-8A9B-E976BC2A34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9530" y="1168400"/>
            <a:ext cx="9144000" cy="2387600"/>
          </a:xfrm>
        </p:spPr>
        <p:txBody>
          <a:bodyPr/>
          <a:lstStyle/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Présentation</a:t>
            </a:r>
          </a:p>
        </p:txBody>
      </p:sp>
    </p:spTree>
    <p:extLst>
      <p:ext uri="{BB962C8B-B14F-4D97-AF65-F5344CB8AC3E}">
        <p14:creationId xmlns:p14="http://schemas.microsoft.com/office/powerpoint/2010/main" val="42936948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E4DBA85-EA30-429D-B978-F2478358FD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pPr algn="ctr"/>
            <a:r>
              <a:rPr lang="fr-FR" b="1" dirty="0"/>
              <a:t>Benchmark de l'application </a:t>
            </a:r>
            <a:r>
              <a:rPr lang="fr-FR" b="1" dirty="0" err="1"/>
              <a:t>LaPlumeVirtuel</a:t>
            </a:r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1661245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748F1AA-AD2D-4168-A007-CAEC2EEA4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744071"/>
          </a:xfrm>
        </p:spPr>
        <p:txBody>
          <a:bodyPr/>
          <a:lstStyle/>
          <a:p>
            <a:pPr algn="ctr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 et IDE</a:t>
            </a:r>
          </a:p>
        </p:txBody>
      </p:sp>
      <p:pic>
        <p:nvPicPr>
          <p:cNvPr id="1026" name="Picture 2" descr="Icône fichier, type, html">
            <a:extLst>
              <a:ext uri="{FF2B5EF4-FFF2-40B4-BE49-F238E27FC236}">
                <a16:creationId xmlns:a16="http://schemas.microsoft.com/office/drawing/2014/main" id="{99F73D70-0A63-4492-87E6-CF3697E5775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3670" y="888883"/>
            <a:ext cx="1682610" cy="16826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Icône css3, html, logo, sociaux, médias">
            <a:extLst>
              <a:ext uri="{FF2B5EF4-FFF2-40B4-BE49-F238E27FC236}">
                <a16:creationId xmlns:a16="http://schemas.microsoft.com/office/drawing/2014/main" id="{E25FD2B0-D2BF-4668-B9CD-DD4325F90C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33552" y="888883"/>
            <a:ext cx="1682610" cy="16826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Icône js, dossier">
            <a:extLst>
              <a:ext uri="{FF2B5EF4-FFF2-40B4-BE49-F238E27FC236}">
                <a16:creationId xmlns:a16="http://schemas.microsoft.com/office/drawing/2014/main" id="{C080EA0F-7C81-4BAF-A88B-AE8185C9E1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5502" y="2510468"/>
            <a:ext cx="2003612" cy="1882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Icône axios, logo">
            <a:extLst>
              <a:ext uri="{FF2B5EF4-FFF2-40B4-BE49-F238E27FC236}">
                <a16:creationId xmlns:a16="http://schemas.microsoft.com/office/drawing/2014/main" id="{2532629D-79CD-4C58-8FCF-CEE401A12A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2776" y="2510468"/>
            <a:ext cx="1715014" cy="17150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Icône code d'étude visuel, logo">
            <a:extLst>
              <a:ext uri="{FF2B5EF4-FFF2-40B4-BE49-F238E27FC236}">
                <a16:creationId xmlns:a16="http://schemas.microsoft.com/office/drawing/2014/main" id="{273ADE09-72AD-4242-8F0C-83355AEB4D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37" y="830613"/>
            <a:ext cx="1509526" cy="1509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Icône Java">
            <a:extLst>
              <a:ext uri="{FF2B5EF4-FFF2-40B4-BE49-F238E27FC236}">
                <a16:creationId xmlns:a16="http://schemas.microsoft.com/office/drawing/2014/main" id="{1ECB6DF2-7B6A-4027-9666-2627C0D065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896" y="4386494"/>
            <a:ext cx="2112916" cy="21129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Java Basics: What Is Spring Boot? | JRebel by Perforce">
            <a:extLst>
              <a:ext uri="{FF2B5EF4-FFF2-40B4-BE49-F238E27FC236}">
                <a16:creationId xmlns:a16="http://schemas.microsoft.com/office/drawing/2014/main" id="{0174FC84-7D54-4CC3-8D85-CF1C3C6895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0453" y="5036669"/>
            <a:ext cx="2194112" cy="14627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Icône base de donnees">
            <a:extLst>
              <a:ext uri="{FF2B5EF4-FFF2-40B4-BE49-F238E27FC236}">
                <a16:creationId xmlns:a16="http://schemas.microsoft.com/office/drawing/2014/main" id="{A352F368-786B-42C3-B98E-ABD9E956FA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1224" y="4634753"/>
            <a:ext cx="2438400" cy="21129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931343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A607C05-4D2F-48E5-877A-8AB3361648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6"/>
            <a:ext cx="10515600" cy="662782"/>
          </a:xfrm>
        </p:spPr>
        <p:txBody>
          <a:bodyPr>
            <a:normAutofit fontScale="90000"/>
          </a:bodyPr>
          <a:lstStyle/>
          <a:p>
            <a:pPr algn="ctr"/>
            <a:r>
              <a:rPr lang="fr-FR" sz="5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Méthodologie et organisation</a:t>
            </a:r>
            <a:endParaRPr lang="fr-FR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EAE03A7-3386-4F9E-9699-0A21F65DF4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541" y="744070"/>
            <a:ext cx="11869271" cy="6095673"/>
          </a:xfrm>
        </p:spPr>
        <p:txBody>
          <a:bodyPr/>
          <a:lstStyle/>
          <a:p>
            <a:pPr marL="0" indent="0" algn="ctr">
              <a:buNone/>
            </a:pPr>
            <a:r>
              <a:rPr lang="fr-FR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Schéma représentant les différentes étapes de la méthode agile </a:t>
            </a:r>
          </a:p>
          <a:p>
            <a:pPr marL="0" indent="0" algn="ctr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CD4A6344-E4CD-4A73-8518-3FB4ADFA98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156447"/>
            <a:ext cx="10515600" cy="5504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04128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06E2A82-3E80-4813-AB3D-1CAC995C7F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528918"/>
          </a:xfrm>
        </p:spPr>
        <p:txBody>
          <a:bodyPr>
            <a:normAutofit fontScale="90000"/>
          </a:bodyPr>
          <a:lstStyle/>
          <a:p>
            <a:pPr algn="ctr"/>
            <a:r>
              <a:rPr lang="fr-FR" sz="4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Méthodologie et organisation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B7D4FE6-0F9A-4BF9-AD03-621A8AC6E2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28919"/>
            <a:ext cx="10515600" cy="5648044"/>
          </a:xfrm>
        </p:spPr>
        <p:txBody>
          <a:bodyPr/>
          <a:lstStyle/>
          <a:p>
            <a:pPr marL="0" indent="0" algn="ctr">
              <a:buNone/>
            </a:pPr>
            <a:endParaRPr lang="fr-FR" dirty="0"/>
          </a:p>
          <a:p>
            <a:pPr marL="0" indent="0" algn="ctr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 Trello</a:t>
            </a:r>
          </a:p>
          <a:p>
            <a:pPr marL="0" indent="0" algn="ctr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271662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C5932CF-418C-4519-9BED-1AFC890BEF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97460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Versioning Git</a:t>
            </a:r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3A3A32AB-DEA5-4F18-9A56-189125E8F5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528918"/>
          </a:xfrm>
        </p:spPr>
        <p:txBody>
          <a:bodyPr>
            <a:normAutofit fontScale="90000"/>
          </a:bodyPr>
          <a:lstStyle/>
          <a:p>
            <a:pPr algn="ctr"/>
            <a:r>
              <a:rPr lang="fr-FR" sz="4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Méthodologie et organisation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879067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BFD0336-A4D6-4B48-B78C-570F93F1C2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011" y="676695"/>
            <a:ext cx="11689977" cy="5504610"/>
          </a:xfrm>
        </p:spPr>
        <p:txBody>
          <a:bodyPr/>
          <a:lstStyle/>
          <a:p>
            <a:pPr marL="0" indent="0" algn="ctr">
              <a:buNone/>
            </a:pPr>
            <a:r>
              <a:rPr lang="fr-FR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Zoning pour ordinateur avant authentification </a:t>
            </a:r>
          </a:p>
          <a:p>
            <a:pPr marL="0" indent="0" algn="ctr">
              <a:buNone/>
            </a:pPr>
            <a:endParaRPr lang="fr-FR" dirty="0"/>
          </a:p>
          <a:p>
            <a:pPr marL="0" indent="0" algn="ctr">
              <a:buNone/>
            </a:pPr>
            <a:endParaRPr lang="fr-FR" dirty="0"/>
          </a:p>
          <a:p>
            <a:pPr marL="0" indent="0" algn="ctr">
              <a:buNone/>
            </a:pPr>
            <a:endParaRPr lang="fr-FR" dirty="0"/>
          </a:p>
          <a:p>
            <a:pPr marL="0" indent="0" algn="ctr">
              <a:buNone/>
            </a:pPr>
            <a:endParaRPr lang="fr-FR" dirty="0"/>
          </a:p>
          <a:p>
            <a:pPr marL="0" indent="0" algn="ctr">
              <a:buNone/>
            </a:pPr>
            <a:endParaRPr lang="fr-FR" sz="1800" b="1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0" indent="0" algn="ctr">
              <a:buNone/>
            </a:pPr>
            <a:r>
              <a:rPr lang="fr-FR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Zoning pour ordinateur après authentification </a:t>
            </a:r>
          </a:p>
          <a:p>
            <a:pPr marL="0" indent="0" algn="ctr">
              <a:buNone/>
            </a:pPr>
            <a:endParaRPr lang="fr-FR" dirty="0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0B4EE98C-27A8-4E1A-A24E-2224E310D7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9258" y="0"/>
            <a:ext cx="11542059" cy="573741"/>
          </a:xfrm>
        </p:spPr>
        <p:txBody>
          <a:bodyPr>
            <a:noAutofit/>
          </a:bodyPr>
          <a:lstStyle/>
          <a:p>
            <a:pPr algn="ctr"/>
            <a:r>
              <a:rPr lang="fr-FR" sz="5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Conception de l’interface graphique :</a:t>
            </a:r>
            <a:endParaRPr lang="fr-FR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99089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7F617B6-AFDF-41F1-B61C-A59FEB073D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6"/>
            <a:ext cx="10515600" cy="528592"/>
          </a:xfrm>
        </p:spPr>
        <p:txBody>
          <a:bodyPr>
            <a:normAutofit fontScale="90000"/>
          </a:bodyPr>
          <a:lstStyle/>
          <a:p>
            <a:pPr algn="ctr"/>
            <a:r>
              <a:rPr lang="fr-FR" sz="4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Conception de l’interface graphique :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4C0C2E3-309E-43FA-A83E-A6179BBAA4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18564"/>
            <a:ext cx="10515600" cy="6221179"/>
          </a:xfrm>
        </p:spPr>
        <p:txBody>
          <a:bodyPr/>
          <a:lstStyle/>
          <a:p>
            <a:pPr marL="0" indent="0" algn="ctr">
              <a:buNone/>
            </a:pPr>
            <a:r>
              <a:rPr lang="fr-FR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Zoning pour téléphone avant authentification</a:t>
            </a:r>
          </a:p>
          <a:p>
            <a:pPr marL="0" indent="0" algn="ctr">
              <a:buNone/>
            </a:pPr>
            <a:endParaRPr lang="fr-FR" sz="1800" b="1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0" indent="0" algn="ctr">
              <a:buNone/>
            </a:pPr>
            <a:endParaRPr lang="fr-FR" sz="1800" b="1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0" indent="0" algn="ctr">
              <a:buNone/>
            </a:pPr>
            <a:endParaRPr lang="fr-FR" sz="1800" b="1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0" indent="0" algn="ctr">
              <a:buNone/>
            </a:pPr>
            <a:endParaRPr lang="fr-FR" sz="1800" b="1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0" indent="0" algn="ctr">
              <a:buNone/>
            </a:pPr>
            <a:endParaRPr lang="fr-FR" sz="1800" b="1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0" indent="0" algn="ctr">
              <a:buNone/>
            </a:pPr>
            <a:endParaRPr lang="fr-FR" sz="1800" b="1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0" indent="0" algn="ctr">
              <a:buNone/>
            </a:pPr>
            <a:endParaRPr lang="fr-FR" sz="1800" b="1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0" indent="0" algn="ctr">
              <a:buNone/>
            </a:pPr>
            <a:endParaRPr lang="fr-FR" sz="1800" b="1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0" indent="0" algn="ctr">
              <a:buNone/>
            </a:pPr>
            <a:r>
              <a:rPr lang="fr-FR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Zoning pour téléphone après authentification </a:t>
            </a:r>
          </a:p>
          <a:p>
            <a:pPr marL="0" indent="0" algn="ctr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932098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D122DE6-9699-431A-BF64-C0FAC9226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728569"/>
          </a:xfrm>
        </p:spPr>
        <p:txBody>
          <a:bodyPr/>
          <a:lstStyle/>
          <a:p>
            <a:pPr algn="ctr"/>
            <a:r>
              <a:rPr lang="fr-FR" sz="4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Conception de l’interface graphique :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4CE7DC3-AC8D-4F24-8082-4A72C0728B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1706" y="582706"/>
            <a:ext cx="11788588" cy="6042211"/>
          </a:xfrm>
        </p:spPr>
        <p:txBody>
          <a:bodyPr/>
          <a:lstStyle/>
          <a:p>
            <a:pPr marL="0" indent="0" algn="ctr">
              <a:buNone/>
            </a:pPr>
            <a:endParaRPr lang="fr-FR" sz="1800" b="1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0" indent="0" algn="ctr">
              <a:buNone/>
            </a:pPr>
            <a:r>
              <a:rPr lang="fr-FR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Wireframe pour ordinateur avant authentification</a:t>
            </a:r>
          </a:p>
          <a:p>
            <a:pPr marL="0" indent="0" algn="ctr">
              <a:buNone/>
            </a:pPr>
            <a:endParaRPr lang="fr-FR" sz="1800" b="1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0" indent="0" algn="ctr">
              <a:buNone/>
            </a:pPr>
            <a:endParaRPr lang="fr-FR" sz="1800" b="1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0" indent="0" algn="ctr">
              <a:buNone/>
            </a:pPr>
            <a:endParaRPr lang="fr-FR" sz="1800" b="1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0" indent="0" algn="ctr">
              <a:buNone/>
            </a:pPr>
            <a:endParaRPr lang="fr-FR" sz="1800" b="1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0" indent="0" algn="ctr">
              <a:buNone/>
            </a:pPr>
            <a:endParaRPr lang="fr-FR" sz="1800" b="1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0" indent="0" algn="ctr">
              <a:buNone/>
            </a:pPr>
            <a:endParaRPr lang="fr-FR" sz="1800" b="1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0" indent="0" algn="ctr">
              <a:buNone/>
            </a:pPr>
            <a:r>
              <a:rPr lang="fr-FR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 Wireframe pour ordinateur après authentification 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608474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90B921B-27F2-4326-A098-AEA4275E8E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36494"/>
            <a:ext cx="12192000" cy="6221506"/>
          </a:xfrm>
        </p:spPr>
        <p:txBody>
          <a:bodyPr/>
          <a:lstStyle/>
          <a:p>
            <a:pPr marL="0" indent="0" algn="ctr">
              <a:buNone/>
            </a:pPr>
            <a:r>
              <a:rPr lang="fr-FR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Wireframe pour téléphone avant authentification</a:t>
            </a:r>
          </a:p>
          <a:p>
            <a:pPr marL="0" indent="0" algn="ctr">
              <a:buNone/>
            </a:pPr>
            <a:endParaRPr lang="fr-FR" sz="1800" b="1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0" indent="0" algn="ctr">
              <a:buNone/>
            </a:pPr>
            <a:endParaRPr lang="fr-FR" sz="1800" b="1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0" indent="0" algn="ctr">
              <a:buNone/>
            </a:pPr>
            <a:endParaRPr lang="fr-FR" sz="1800" b="1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0" indent="0" algn="ctr">
              <a:buNone/>
            </a:pPr>
            <a:endParaRPr lang="fr-FR" sz="1800" b="1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0" indent="0" algn="ctr">
              <a:buNone/>
            </a:pPr>
            <a:endParaRPr lang="fr-FR" sz="1800" b="1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0" indent="0" algn="ctr">
              <a:buNone/>
            </a:pPr>
            <a:endParaRPr lang="fr-FR" sz="1800" b="1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0" indent="0" algn="ctr">
              <a:buNone/>
            </a:pPr>
            <a:endParaRPr lang="fr-FR" sz="1800" b="1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0" indent="0" algn="ctr">
              <a:buNone/>
            </a:pPr>
            <a:r>
              <a:rPr lang="fr-FR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Wireframe pour téléphone après authentification </a:t>
            </a:r>
            <a:endParaRPr lang="fr-FR" dirty="0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17D2E67E-7B22-4E91-93A2-FF7E1E444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728569"/>
          </a:xfrm>
        </p:spPr>
        <p:txBody>
          <a:bodyPr/>
          <a:lstStyle/>
          <a:p>
            <a:pPr algn="ctr"/>
            <a:r>
              <a:rPr lang="fr-FR" sz="4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Conception de l’interface graphique :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449424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51A334E-0FF0-4E1D-854D-05F3FB8C3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582705"/>
          </a:xfrm>
        </p:spPr>
        <p:txBody>
          <a:bodyPr>
            <a:normAutofit fontScale="90000"/>
          </a:bodyPr>
          <a:lstStyle/>
          <a:p>
            <a:pPr algn="ctr"/>
            <a:r>
              <a:rPr lang="fr-FR" sz="5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fr-FR" sz="5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onception de l’application 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4E9EBA1-8B1C-4357-A7A0-0474EE9DF4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76" y="669178"/>
            <a:ext cx="11958918" cy="603642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fr-FR" sz="2400" b="1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0" indent="0" algn="ctr">
              <a:buNone/>
            </a:pPr>
            <a:endParaRPr lang="fr-FR" sz="2400" b="1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0" indent="0" algn="ctr">
              <a:buNone/>
            </a:pPr>
            <a:endParaRPr lang="fr-FR" sz="2400" b="1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0" indent="0" algn="ctr">
              <a:buNone/>
            </a:pPr>
            <a:endParaRPr lang="fr-FR" sz="7200" b="1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0" indent="0" algn="ctr">
              <a:buNone/>
            </a:pPr>
            <a:r>
              <a:rPr lang="fr-FR" sz="72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Les</a:t>
            </a:r>
            <a:r>
              <a:rPr lang="fr-FR" sz="72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fr-FR" sz="72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diagrammes</a:t>
            </a:r>
            <a:r>
              <a:rPr lang="fr-FR" sz="7200" b="1" u="sng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</a:p>
          <a:p>
            <a:pPr marL="0" indent="0" algn="ctr">
              <a:buNone/>
            </a:pPr>
            <a:endParaRPr lang="fr-FR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58678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C37015F-4152-44E2-952A-5E565963F1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63388"/>
            <a:ext cx="10515600" cy="5513575"/>
          </a:xfrm>
        </p:spPr>
        <p:txBody>
          <a:bodyPr/>
          <a:lstStyle/>
          <a:p>
            <a:pPr marL="0" indent="0" algn="ctr">
              <a:buNone/>
            </a:pPr>
            <a:r>
              <a:rPr lang="fr-FR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Diagramme de cas d’utilisation </a:t>
            </a:r>
          </a:p>
          <a:p>
            <a:pPr marL="0" indent="0" algn="ctr">
              <a:buNone/>
            </a:pPr>
            <a:endParaRPr lang="fr-FR" dirty="0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34BA34B6-5854-47EE-9793-38CCAAC82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582705"/>
          </a:xfrm>
        </p:spPr>
        <p:txBody>
          <a:bodyPr>
            <a:normAutofit fontScale="90000"/>
          </a:bodyPr>
          <a:lstStyle/>
          <a:p>
            <a:pPr algn="ctr"/>
            <a:r>
              <a:rPr lang="fr-FR" sz="5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fr-FR" sz="5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onception de l’application 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873823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1">
            <a:extLst>
              <a:ext uri="{FF2B5EF4-FFF2-40B4-BE49-F238E27FC236}">
                <a16:creationId xmlns:a16="http://schemas.microsoft.com/office/drawing/2014/main" id="{CEDD612D-2031-40D3-A30C-41B0D99AF2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582705"/>
          </a:xfrm>
        </p:spPr>
        <p:txBody>
          <a:bodyPr>
            <a:normAutofit fontScale="90000"/>
          </a:bodyPr>
          <a:lstStyle/>
          <a:p>
            <a:pPr algn="ctr"/>
            <a:r>
              <a:rPr lang="fr-FR" sz="5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fr-FR" sz="5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onception de l’application </a:t>
            </a:r>
            <a:endParaRPr lang="fr-FR" dirty="0"/>
          </a:p>
        </p:txBody>
      </p:sp>
      <p:sp>
        <p:nvSpPr>
          <p:cNvPr id="5" name="Espace réservé du contenu 2">
            <a:extLst>
              <a:ext uri="{FF2B5EF4-FFF2-40B4-BE49-F238E27FC236}">
                <a16:creationId xmlns:a16="http://schemas.microsoft.com/office/drawing/2014/main" id="{1EB7B82F-A9CA-4665-B157-CC22CDD22B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63388"/>
            <a:ext cx="10515600" cy="5513575"/>
          </a:xfrm>
        </p:spPr>
        <p:txBody>
          <a:bodyPr/>
          <a:lstStyle/>
          <a:p>
            <a:pPr marL="0" indent="0" algn="ctr">
              <a:buNone/>
            </a:pPr>
            <a:r>
              <a:rPr lang="fr-FR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Diagramme de séquence d’authentification</a:t>
            </a:r>
          </a:p>
          <a:p>
            <a:pPr marL="0" indent="0" algn="ctr">
              <a:buNone/>
            </a:pPr>
            <a:endParaRPr lang="fr-FR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4E32FCA1-2802-4FC6-8ADC-CF5F1CA692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4353" y="1013012"/>
            <a:ext cx="9323293" cy="5611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78323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A8E7C48-49E8-4359-A0F5-E8AD1D7BF1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82706"/>
            <a:ext cx="10515600" cy="5594257"/>
          </a:xfrm>
        </p:spPr>
        <p:txBody>
          <a:bodyPr/>
          <a:lstStyle/>
          <a:p>
            <a:pPr marL="0" indent="0" algn="ctr">
              <a:buNone/>
            </a:pPr>
            <a:endParaRPr lang="fr-FR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fr-FR" sz="18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fr-FR" sz="18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fr-FR" sz="18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fr-FR" sz="18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fr-FR" sz="18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fr-FR" sz="18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fr-FR" sz="4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Conception de la base de données</a:t>
            </a:r>
          </a:p>
          <a:p>
            <a:pPr marL="0" indent="0" algn="ctr">
              <a:buNone/>
            </a:pPr>
            <a:endParaRPr lang="fr-FR" dirty="0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B33EE753-9CC7-4DD3-AC32-5667C6A1C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582705"/>
          </a:xfrm>
        </p:spPr>
        <p:txBody>
          <a:bodyPr>
            <a:normAutofit fontScale="90000"/>
          </a:bodyPr>
          <a:lstStyle/>
          <a:p>
            <a:pPr algn="ctr"/>
            <a:r>
              <a:rPr lang="fr-FR" sz="5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fr-FR" sz="5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onception de l’application 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093714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9E23CC2-D472-48FD-95FE-1588CDECEA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365" y="654424"/>
            <a:ext cx="11842375" cy="6096000"/>
          </a:xfrm>
        </p:spPr>
        <p:txBody>
          <a:bodyPr/>
          <a:lstStyle/>
          <a:p>
            <a:pPr marL="0" indent="0" algn="ctr">
              <a:buNone/>
            </a:pPr>
            <a:r>
              <a:rPr lang="fr-FR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Le</a:t>
            </a:r>
            <a:r>
              <a:rPr lang="fr-FR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Modèle Conceptuel des Données (MCD)</a:t>
            </a:r>
          </a:p>
          <a:p>
            <a:pPr marL="0" indent="0" algn="ctr">
              <a:buNone/>
            </a:pPr>
            <a:endParaRPr lang="fr-FR" dirty="0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4A80A94E-C3DD-4D8C-8A8B-7FF923FA33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582705"/>
          </a:xfrm>
        </p:spPr>
        <p:txBody>
          <a:bodyPr>
            <a:normAutofit fontScale="90000"/>
          </a:bodyPr>
          <a:lstStyle/>
          <a:p>
            <a:pPr algn="ctr"/>
            <a:r>
              <a:rPr lang="fr-FR" sz="5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fr-FR" sz="5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onception de l’application 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37422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49D90EB-BD41-4F85-9B71-1D579B0BE6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87107"/>
            <a:ext cx="10515600" cy="5982634"/>
          </a:xfrm>
        </p:spPr>
        <p:txBody>
          <a:bodyPr/>
          <a:lstStyle/>
          <a:p>
            <a:pPr marL="0" indent="0" algn="ctr">
              <a:buNone/>
            </a:pPr>
            <a:r>
              <a:rPr lang="fr-FR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Le Modèle Logique des Données (MLD)</a:t>
            </a:r>
          </a:p>
          <a:p>
            <a:pPr marL="0" indent="0" algn="ctr">
              <a:buNone/>
            </a:pPr>
            <a:r>
              <a:rPr lang="fr-FR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endParaRPr lang="fr-FR" dirty="0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20BC2E34-9AAC-4502-BBFF-0FD56DA731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582705"/>
          </a:xfrm>
        </p:spPr>
        <p:txBody>
          <a:bodyPr>
            <a:normAutofit fontScale="90000"/>
          </a:bodyPr>
          <a:lstStyle/>
          <a:p>
            <a:pPr algn="ctr"/>
            <a:r>
              <a:rPr lang="fr-FR" sz="5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fr-FR" sz="5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onception de l’application 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819254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1">
            <a:extLst>
              <a:ext uri="{FF2B5EF4-FFF2-40B4-BE49-F238E27FC236}">
                <a16:creationId xmlns:a16="http://schemas.microsoft.com/office/drawing/2014/main" id="{A750D7E1-6BCB-4C8E-A828-7CF49B7DC9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582705"/>
          </a:xfrm>
        </p:spPr>
        <p:txBody>
          <a:bodyPr>
            <a:normAutofit fontScale="90000"/>
          </a:bodyPr>
          <a:lstStyle/>
          <a:p>
            <a:pPr algn="ctr"/>
            <a:r>
              <a:rPr lang="fr-FR" sz="5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fr-FR" sz="5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onception de l’application </a:t>
            </a:r>
            <a:endParaRPr lang="fr-FR" dirty="0"/>
          </a:p>
        </p:txBody>
      </p:sp>
      <p:sp>
        <p:nvSpPr>
          <p:cNvPr id="8" name="Espace réservé du contenu 7">
            <a:extLst>
              <a:ext uri="{FF2B5EF4-FFF2-40B4-BE49-F238E27FC236}">
                <a16:creationId xmlns:a16="http://schemas.microsoft.com/office/drawing/2014/main" id="{0CA83D53-5D26-4EFC-8211-7C899911F1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7224" y="663388"/>
            <a:ext cx="11582400" cy="6051177"/>
          </a:xfrm>
        </p:spPr>
        <p:txBody>
          <a:bodyPr/>
          <a:lstStyle/>
          <a:p>
            <a:pPr marL="0" indent="0" algn="ctr">
              <a:buNone/>
            </a:pPr>
            <a:r>
              <a:rPr lang="fr-FR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Le Modèle Physique des Données (MPD)</a:t>
            </a:r>
          </a:p>
          <a:p>
            <a:pPr marL="0" indent="0" algn="ctr">
              <a:buNone/>
            </a:pPr>
            <a:r>
              <a:rPr lang="fr-FR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2620998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1422</TotalTime>
  <Words>154</Words>
  <Application>Microsoft Office PowerPoint</Application>
  <PresentationFormat>Grand écran</PresentationFormat>
  <Paragraphs>76</Paragraphs>
  <Slides>17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Calibri Light</vt:lpstr>
      <vt:lpstr>Times New Roman</vt:lpstr>
      <vt:lpstr>Thème Office</vt:lpstr>
      <vt:lpstr>Présentation</vt:lpstr>
      <vt:lpstr>Benchmark de l'application LaPlumeVirtuel</vt:lpstr>
      <vt:lpstr>Technologie et IDE</vt:lpstr>
      <vt:lpstr>Méthodologie et organisation</vt:lpstr>
      <vt:lpstr>Méthodologie et organisation</vt:lpstr>
      <vt:lpstr>Méthodologie et organisation</vt:lpstr>
      <vt:lpstr>Conception de l’interface graphique :</vt:lpstr>
      <vt:lpstr>Conception de l’interface graphique :</vt:lpstr>
      <vt:lpstr>Conception de l’interface graphique :</vt:lpstr>
      <vt:lpstr>Conception de l’interface graphique :</vt:lpstr>
      <vt:lpstr>Conception de l’application </vt:lpstr>
      <vt:lpstr>Conception de l’application </vt:lpstr>
      <vt:lpstr>Conception de l’application </vt:lpstr>
      <vt:lpstr>Conception de l’application </vt:lpstr>
      <vt:lpstr>Conception de l’application </vt:lpstr>
      <vt:lpstr>Conception de l’application </vt:lpstr>
      <vt:lpstr>Conception de l’application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Youcef Mansouri</dc:creator>
  <cp:lastModifiedBy>Youcef Mansouri</cp:lastModifiedBy>
  <cp:revision>47</cp:revision>
  <dcterms:created xsi:type="dcterms:W3CDTF">2024-06-11T00:02:58Z</dcterms:created>
  <dcterms:modified xsi:type="dcterms:W3CDTF">2025-03-19T12:40:22Z</dcterms:modified>
</cp:coreProperties>
</file>